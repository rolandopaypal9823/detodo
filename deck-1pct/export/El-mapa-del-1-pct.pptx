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11 · Portada
• Cerraste la clase. Ahora les mostrás el caminito antes de liberar el QR.
CÓMO DECIRLO
Respirá. Cambiá el tono: acá dejás de enseñar y empezás a mostrar 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11 · El camino
• Va a ser así: la aplicación, la entrevista, y el acceso al sistema.
• Son tres pasos. Nada más que tres.
• Y de los tres, uno solo depende de vos: el de hoy.
CÓMO DECIRLO
Señalá los tres con la mano mientras los nombrás. Que se vea que es corto.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 11 · Reservás tu entrevista
• Este es tu 1% de hoy: reservás tu entrevista de admisión.
• Te vamos a preguntar unos datos. Es para asignarte el coach que corresponde a tu caso, no para llenar una planilla.
• Elegís el horario que te sirve.
CÓMO DECIRLO
Rápido, 15 segundos. Es el paso que tiene que sonar chico.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 11 · Tu autodiagnóstico
• Por WhatsApp te compartimos un autodiagnóstico.
• Este paso es clave: con esto armamos tu sistema. Tu sistema personal, no uno genérico.
• Lo que respondas acá es lo que después te llega hecho. Guardá esta idea, porque vuelve en el paso tres.
CÓMO DECIRLO
Acá sí frená un segundo. Es lo que convierte el trámite en algo que ya es tuyo.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11 · Con tu coach asignado
• Segundo paso: tu entrevista de admisión con tu coach asignado.
• Ahí vemos tu caso y vemos si realmente podemos ayudarte o no. Y a veces la respuesta es que no.
• No es una llamada para venderte nada. Es para ver si esto es para vos.
CÓMO DECIRLO
El "puede que no" dicho tranquilo baja la guardia más que cualquier otra frase del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 / 11 · Lo único que te pedimos
• Lo único que te pedimos: que nos confirmes por WhatsApp y que cumplas el horario que elegiste.
• Estamos invirtiendo recursos para poder ayudarte y mostrarte si el Instituto es para vos.
• Si agendás algo, respetá el tiempo de los profesionales. Es lo mismo que pedirías vos.
CÓMO DECIRLO
Firme pero sin reto. Es respeto mutuo, no una amenaza. Mirá a cámara acá.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 / 11 · Accedés a tu sistema
• Tercer paso: accedés a tu sistema.
• Si hacemos match, entrás a todo: doce sesiones uno a uno, seis clases en vivo por semana, el método completo.
• Y no me tenés solo a mí: tenés coaches, psicóloga, nutricionista. Un equipo entero atrás de tu caso.
CÓMO DECIRLO
El único momento del mapa donde te podés detener a enumerar. Nombrá al EQUIPO, no a vos: es lo que hace que la gente compre el sistema y no al gurú.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 / 11 · Y si no hacemos match
• Y si no hacemos match, igual te llevás tu entregable.
• Lo preparamos con tu autodiagnóstico, el que hiciste en el paso uno. Herramientas para tu caso específico.
• Acá nadie se va con las manos vacías. Todo esto se basa en que pases a la acción.
CÓMO DECIRLO
ESTA es la que elimina la fricción de "me van a vender". Decila lento y con los ojos en la cámara.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 / 11 · Antes de agendar
• Antes de darte el QR quiero ser honesto con vos, así no te hago perder el tiempo.
• Esto es para el que ya tiene algo andando y hoy es el cuello de botella de su propio negocio. El que llegó lejos a fuerza de horas y sabe que de acá no pasa sumando esfuerzo.
• No venís a empezar. Venís a que lo que ya construiste funcione sin que vos lo sostengas — no a punta de voluntad, más disciplina o más esfuerzo, sino con un sistema integral.
• Es una mentoría con un equipo que te sostiene: coaches, psicóloga, nutricionista, sesiones uno a uno. No estás comprando un curso, estás invirtiendo en un sistema integral.
• El monto se define en la entrevista, según tu caso y lo que necesites. No te vamos a recomendar el plan más caro, sino el que te vaya a dar resultados.
• Ahora, si lo que buscás es un cursito de 200 dólares que te promete soluciones mágicas y a los diez días te devuelve a la misma rutina de antes: esto no es lo que estás buscando.
• Trabajamos con gente que tiene un objetivo concreto y una vida exigente encima: un negocio, un equipo, una carrera, un proyecto propio. Si hoy tu prioridad es llegar a fin de mes o batallar para pagar el alquiler: hoy no es tu momento. Y está perfecto.
CÓMO DECIRLO
Techo, no pozo: le hablás al que llegó lejos y chocó contra un límite, no al que está fallando. La línea del cursito de 200 va con humor, sin desprecio. El cierre bajalo tranquilo: 'y está perfecto' se dice de verdad, no como escape.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11 · El QR
• Tu 1% de hoy es esto y nada más: escaneás, respondés, elegís horario.
• Todo lo demás del camino que te mostré pasa solo.
• Doce cupos esta semana, con el Director de Admisiones.
• Y si no lo hacés hoy no pasa nada grave: simplemente dentro de un año vas a estar exactamente donde estás hoy, con un año más de horas encima.
CÓMO DECIRLO
La urgencia va como costo de oportunidad, nunca como catástrofe. Nada de 'vas a colapsar'. Después dejá el QR en silencio unos segundos: no hables encima del escaneo.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11 · Cierre
• Ese es el camino completo.
• Todo esto se basa en una sola cosa: que pases a la acción.
• Nos vemos del otro lado.
CÓMO DECIRLO
Cierre corto. No agregues nada nuevo acá.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claude-0/-home-user-detodo/82f5030d-8aaf-57d2-9bf8-611f8273ee0c/scratchpad/pptx/s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claude-0/-home-user-detodo/82f5030d-8aaf-57d2-9bf8-611f8273ee0c/scratchpad/pptx/s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claude-0/-home-user-detodo/82f5030d-8aaf-57d2-9bf8-611f8273ee0c/scratchpad/pptx/s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claude-0/-home-user-detodo/82f5030d-8aaf-57d2-9bf8-611f8273ee0c/scratchpad/pptx/s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claude-0/-home-user-detodo/82f5030d-8aaf-57d2-9bf8-611f8273ee0c/scratchpad/pptx/s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mp/claude-0/-home-user-detodo/82f5030d-8aaf-57d2-9bf8-611f8273ee0c/scratchpad/pptx/s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mp/claude-0/-home-user-detodo/82f5030d-8aaf-57d2-9bf8-611f8273ee0c/scratchpad/pptx/s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mp/claude-0/-home-user-detodo/82f5030d-8aaf-57d2-9bf8-611f8273ee0c/scratchpad/pptx/s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1D30"/>
        </a:solidFill>
      </p:bgPr>
    </p:bg>
    <p:spTree>
      <p:nvGrpSpPr>
        <p:cNvPr id="1" name=""/>
        <p:cNvGrpSpPr/>
        <p:nvPr/>
      </p:nvGrpSpPr>
      <p:grpSpPr>
        <a:xfrm>
          <a:off x="0" y="0"/>
          <a:ext cx="0" cy="0"/>
          <a:chOff x="0" y="0"/>
          <a:chExt cx="0" cy="0"/>
        </a:xfrm>
      </p:grpSpPr>
      <p:pic>
        <p:nvPicPr>
          <p:cNvPr id="2" name="Image 0" descr="/tmp/claude-0/-home-user-detodo/82f5030d-8aaf-57d2-9bf8-611f8273ee0c/scratchpad/pptx/s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1D30"/>
        </a:solidFill>
      </p:bgPr>
    </p:bg>
    <p:spTree>
      <p:nvGrpSpPr>
        <p:cNvPr id="1" name=""/>
        <p:cNvGrpSpPr/>
        <p:nvPr/>
      </p:nvGrpSpPr>
      <p:grpSpPr>
        <a:xfrm>
          <a:off x="0" y="0"/>
          <a:ext cx="0" cy="0"/>
          <a:chOff x="0" y="0"/>
          <a:chExt cx="0" cy="0"/>
        </a:xfrm>
      </p:grpSpPr>
      <p:pic>
        <p:nvPicPr>
          <p:cNvPr id="2" name="Image 0" descr="/tmp/claude-0/-home-user-detodo/82f5030d-8aaf-57d2-9bf8-611f8273ee0c/scratchpad/pptx/s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tmp/claude-0/-home-user-detodo/82f5030d-8aaf-57d2-9bf8-611f8273ee0c/scratchpad/pptx/s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Instituto de Productividad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mapa del 1%</dc:title>
  <dc:subject>El camino completo, en tres pasos</dc:subject>
  <dc:creator>Instituto NFM</dc:creator>
  <cp:lastModifiedBy>Instituto NFM</cp:lastModifiedBy>
  <cp:revision>1</cp:revision>
  <dcterms:created xsi:type="dcterms:W3CDTF">2026-08-24T04:32:26Z</dcterms:created>
  <dcterms:modified xsi:type="dcterms:W3CDTF">2026-08-24T04:32:26Z</dcterms:modified>
</cp:coreProperties>
</file>